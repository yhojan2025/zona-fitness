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CFF0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9672"/>
            <a:ext cx="4389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 FITNESS  •  MANUAL DE MARCA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6217920" cy="54864"/>
          </a:xfrm>
          <a:prstGeom prst="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pic>
        <p:nvPicPr>
          <p:cNvPr id="5" name="Image 0" descr="/mnt/data/promo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347472"/>
            <a:ext cx="3310128" cy="61630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347472"/>
            <a:ext cx="146304" cy="6163056"/>
          </a:xfrm>
          <a:prstGeom prst="rect">
            <a:avLst/>
          </a:prstGeom>
          <a:solidFill>
            <a:srgbClr val="88C9C4"/>
          </a:solidFill>
          <a:ln w="12700">
            <a:solidFill>
              <a:srgbClr val="88C9C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85632" y="5440680"/>
            <a:ext cx="3310128" cy="1069848"/>
          </a:xfrm>
          <a:prstGeom prst="rect">
            <a:avLst/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566928"/>
            <a:ext cx="624718" cy="71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148" b="1" i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</a:t>
            </a:r>
            <a:endParaRPr lang="en-US" sz="4148" dirty="0"/>
          </a:p>
        </p:txBody>
      </p:sp>
      <p:sp>
        <p:nvSpPr>
          <p:cNvPr id="9" name="Text 6"/>
          <p:cNvSpPr/>
          <p:nvPr/>
        </p:nvSpPr>
        <p:spPr>
          <a:xfrm>
            <a:off x="1411102" y="600395"/>
            <a:ext cx="1784909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84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</a:t>
            </a:r>
            <a:endParaRPr lang="en-US" sz="2684" dirty="0"/>
          </a:p>
        </p:txBody>
      </p:sp>
      <p:sp>
        <p:nvSpPr>
          <p:cNvPr id="10" name="Text 7"/>
          <p:cNvSpPr/>
          <p:nvPr/>
        </p:nvSpPr>
        <p:spPr>
          <a:xfrm>
            <a:off x="1422258" y="990844"/>
            <a:ext cx="20749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1" b="1" spc="14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I T N E S S</a:t>
            </a:r>
            <a:endParaRPr lang="en-US" sz="1281" dirty="0"/>
          </a:p>
        </p:txBody>
      </p:sp>
      <p:sp>
        <p:nvSpPr>
          <p:cNvPr id="11" name="Shape 8"/>
          <p:cNvSpPr/>
          <p:nvPr/>
        </p:nvSpPr>
        <p:spPr>
          <a:xfrm>
            <a:off x="822960" y="1645920"/>
            <a:ext cx="3337560" cy="292608"/>
          </a:xfrm>
          <a:prstGeom prst="roundRect">
            <a:avLst>
              <a:gd name="adj" fmla="val 37500"/>
            </a:avLst>
          </a:prstGeom>
          <a:solidFill>
            <a:srgbClr val="0E4A51"/>
          </a:solidFill>
          <a:ln w="12700">
            <a:solidFill>
              <a:srgbClr val="0E4A5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664208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F0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IDENTIDAD · ESTRATEGIA · EXPERIENCIA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" y="2267712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2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spc="2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MARCA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822960" y="3913632"/>
            <a:ext cx="1115568" cy="64008"/>
          </a:xfrm>
          <a:prstGeom prst="round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3367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Más que un gimnasio,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comunidad.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52852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identidad construida para inspirar movimiento, bienestar y constancia.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6254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 FITNESS  /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· FUNDAMENTOS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esencia de Zona Fitness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marca que une entrenamiento, bienestar y una experiencia cercana en cada punto de contacto.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700784"/>
            <a:ext cx="11000232" cy="1005840"/>
          </a:xfrm>
          <a:prstGeom prst="roundRect">
            <a:avLst>
              <a:gd name="adj" fmla="val 10909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75104"/>
            <a:ext cx="420624" cy="420624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84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1847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PROPÓSITO DEL MANUAL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26464" y="2139696"/>
            <a:ext cx="9528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Mantener una comunicación visual y estratégica coherente en la web promocional y en los espacios físicos y digitales.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999232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2999232"/>
            <a:ext cx="73152" cy="2194560"/>
          </a:xfrm>
          <a:prstGeom prst="round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1455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" y="3520440"/>
            <a:ext cx="3090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Ofrecer un espacio óptimo y equipado para el desarrollo físico y el bienestar, fomentando un estilo de vida saludable.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1688" y="2999232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2999232"/>
            <a:ext cx="73152" cy="2194560"/>
          </a:xfrm>
          <a:prstGeom prst="roundRect">
            <a:avLst/>
          </a:prstGeom>
          <a:solidFill>
            <a:srgbClr val="88C9C4"/>
          </a:solidFill>
          <a:ln w="12700">
            <a:solidFill>
              <a:srgbClr val="88C9C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31455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2856" y="3520440"/>
            <a:ext cx="3090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 el gimnasio líder de la región por su servicio, instalaciones modernas y enfoque en la salud integral.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9016" y="2999232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2999232"/>
            <a:ext cx="73152" cy="2194560"/>
          </a:xfrm>
          <a:prstGeom prst="roundRect">
            <a:avLst/>
          </a:prstGeom>
          <a:solidFill>
            <a:srgbClr val="123E53"/>
          </a:solidFill>
          <a:ln w="12700">
            <a:solidFill>
              <a:srgbClr val="123E5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14553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Público objetivo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30184" y="3520440"/>
            <a:ext cx="3090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interesadas en el fitness y el bienestar físico, con una política de acceso estricta para mayores de 14 años.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" y="5440680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5778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 DE ACCESO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50592" y="5550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apto para mayores de 14 años.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· ESTRATEGIA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experiencia completa, dentro y fuera del gimnasio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posicionamiento combina accesibilidad, equipamiento y una experiencia de usuario fluida.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682496"/>
            <a:ext cx="11000232" cy="841248"/>
          </a:xfrm>
          <a:prstGeom prst="roundRect">
            <a:avLst>
              <a:gd name="adj" fmla="val 13043"/>
            </a:avLst>
          </a:prstGeom>
          <a:solidFill>
            <a:srgbClr val="EAF8F5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47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POSICIONAMIENTO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" y="2093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“Un gimnasio moderno, accesible y completo, con una experiencia cómoda en sus instalaciones y en su plataforma digital.”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798064"/>
            <a:ext cx="3456432" cy="1344168"/>
          </a:xfrm>
          <a:prstGeom prst="roundRect">
            <a:avLst>
              <a:gd name="adj" fmla="val 8163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999232"/>
            <a:ext cx="475488" cy="47548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9888" y="30083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 CARDIO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Cinta, bicicleta y trabajo cardiovascular.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1688" y="2798064"/>
            <a:ext cx="3456432" cy="1344168"/>
          </a:xfrm>
          <a:prstGeom prst="roundRect">
            <a:avLst>
              <a:gd name="adj" fmla="val 8163"/>
            </a:avLst>
          </a:prstGeom>
          <a:solidFill>
            <a:srgbClr val="DDF4F0"/>
          </a:solidFill>
          <a:ln w="12700">
            <a:solidFill>
              <a:srgbClr val="DDF4F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999232"/>
            <a:ext cx="475488" cy="47548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30083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PESO LIBRE E INTEGRADO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81144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Entrenamiento de fuerza con diferentes niveles de carga.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9016" y="2798064"/>
            <a:ext cx="3456432" cy="1344168"/>
          </a:xfrm>
          <a:prstGeom prst="roundRect">
            <a:avLst>
              <a:gd name="adj" fmla="val 8163"/>
            </a:avLst>
          </a:prstGeom>
          <a:solidFill>
            <a:srgbClr val="E5F4F2"/>
          </a:solidFill>
          <a:ln w="12700">
            <a:solidFill>
              <a:srgbClr val="E5F4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2999232"/>
            <a:ext cx="475488" cy="47548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0083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33688" y="30083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 DE RELAJACIÓN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8472" y="36393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Sauna y jacuzzi para complementar la experiencia.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" y="4443984"/>
            <a:ext cx="681228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" y="4672584"/>
            <a:ext cx="457200" cy="45720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6817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72184" y="45811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HORARIOS DE ATENCIÓN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72184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Lunes a sábado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7180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53C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5:00 a. m. – 11:00 a. 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0" y="5239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53C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3:00 p. m. – 10:00 p. 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44384" y="4443984"/>
            <a:ext cx="3941064" cy="1353312"/>
          </a:xfrm>
          <a:prstGeom prst="roundRect">
            <a:avLst>
              <a:gd name="adj" fmla="val 8108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4663440"/>
            <a:ext cx="502920" cy="50292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467258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77072" y="4590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NOTA DE AFORO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77072" y="491032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Máximo 2 horas de ejercicio diario por usuario.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· IDENTIDAD VISUAL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firma visual clara y consistente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identidad debe transmitir energía, movimiento y modernidad sin perder legibilidad.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691640"/>
            <a:ext cx="6720840" cy="2148840"/>
          </a:xfrm>
          <a:prstGeom prst="roundRect">
            <a:avLst>
              <a:gd name="adj" fmla="val 5106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LOGOTIPO PRINCIPAL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230428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0" b="1" i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2084832" y="24048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2157984" y="3017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22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I T N E S 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6360" y="3310128"/>
            <a:ext cx="1627632" cy="292608"/>
          </a:xfrm>
          <a:prstGeom prst="roundRect">
            <a:avLst>
              <a:gd name="adj" fmla="val 37500"/>
            </a:avLst>
          </a:prstGeom>
          <a:solidFill>
            <a:srgbClr val="0E4A51"/>
          </a:solidFill>
          <a:ln w="12700">
            <a:solidFill>
              <a:srgbClr val="0E4A5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9512" y="332841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F0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PREFERENTE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44384" y="1810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USOS CORRECTOS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44384" y="2157984"/>
            <a:ext cx="393192" cy="39319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167128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74736" y="2167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Mantener proporciones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74736" y="242316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estirar ni comprimir el logotipo.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44384" y="2852928"/>
            <a:ext cx="393192" cy="39319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2862072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74736" y="28620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Respetar los colores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74736" y="311810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la paleta corporativa establecida.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44384" y="3547872"/>
            <a:ext cx="393192" cy="39319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355701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4736" y="3557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Cuidar el contraste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4736" y="3813048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Elegir fondos que aseguren buena lectura.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" y="4215384"/>
            <a:ext cx="11000232" cy="1481328"/>
          </a:xfrm>
          <a:prstGeom prst="roundRect">
            <a:avLst>
              <a:gd name="adj" fmla="val 7407"/>
            </a:avLst>
          </a:prstGeom>
          <a:solidFill>
            <a:srgbClr val="FDF3F2"/>
          </a:solidFill>
          <a:ln w="12700">
            <a:solidFill>
              <a:srgbClr val="F0C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443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86F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0" y="4462272"/>
            <a:ext cx="338328" cy="338328"/>
          </a:xfrm>
          <a:prstGeom prst="ellipse">
            <a:avLst/>
          </a:prstGeom>
          <a:solidFill>
            <a:srgbClr val="F8D8D5"/>
          </a:solidFill>
          <a:ln w="12700">
            <a:solidFill>
              <a:srgbClr val="F8D8D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446227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468880" y="447141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Deformar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10912" y="4462272"/>
            <a:ext cx="338328" cy="338328"/>
          </a:xfrm>
          <a:prstGeom prst="ellipse">
            <a:avLst/>
          </a:prstGeom>
          <a:solidFill>
            <a:srgbClr val="F8D8D5"/>
          </a:solidFill>
          <a:ln w="12700">
            <a:solidFill>
              <a:srgbClr val="F8D8D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46227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68112" y="447141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Cambiar colores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10144" y="4462272"/>
            <a:ext cx="338328" cy="338328"/>
          </a:xfrm>
          <a:prstGeom prst="ellipse">
            <a:avLst/>
          </a:prstGeom>
          <a:solidFill>
            <a:srgbClr val="F8D8D5"/>
          </a:solidFill>
          <a:ln w="12700">
            <a:solidFill>
              <a:srgbClr val="F8D8D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446227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6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67344" y="447141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sobre bajo contraste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" y="5120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C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interfaces web, usar esquinas redondeadas en botones, tarjetas y otros elementos interactivos.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SISTEMA GRÁFICO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y tipografía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sistema visual combina frescura y limpieza con títulos de carácter deportivo y textos fáciles de leer.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755648"/>
            <a:ext cx="3456432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65960"/>
            <a:ext cx="1005840" cy="841248"/>
          </a:xfrm>
          <a:prstGeom prst="roundRect">
            <a:avLst>
              <a:gd name="adj" fmla="val 13043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38528" y="23225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#3E9B94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71800"/>
            <a:ext cx="2980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Logotipo, botones principales y encabezados.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1688" y="1755648"/>
            <a:ext cx="3456432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965960"/>
            <a:ext cx="1005840" cy="841248"/>
          </a:xfrm>
          <a:prstGeom prst="roundRect">
            <a:avLst>
              <a:gd name="adj" fmla="val 13043"/>
            </a:avLst>
          </a:prstGeom>
          <a:solidFill>
            <a:srgbClr val="88C9C4"/>
          </a:solidFill>
          <a:ln w="12700">
            <a:solidFill>
              <a:srgbClr val="88C9C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SECUNDARIO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23225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#88C9C4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2980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Elementos interactivos secundarios, iconos y secciones destacadas.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9016" y="1755648"/>
            <a:ext cx="3456432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965960"/>
            <a:ext cx="1005840" cy="841248"/>
          </a:xfrm>
          <a:prstGeom prst="roundRect">
            <a:avLst>
              <a:gd name="adj" fmla="val 13043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82328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6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ACENTO / FONDO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82328" y="23225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#CFF0EA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9328" y="2971800"/>
            <a:ext cx="2980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Fondos amplios, tarjetas informativas y espacios de respiro.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" y="3913632"/>
            <a:ext cx="6812280" cy="1847088"/>
          </a:xfrm>
          <a:prstGeom prst="roundRect">
            <a:avLst>
              <a:gd name="adj" fmla="val 5941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17880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TIPOGRAFÍA PRINCIPAL · TÍTULOS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451713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2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MONTSERRAT / OSWALD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96112" y="50474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Fuerza  ·  Modernidad  ·  Deporte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44384" y="3913632"/>
            <a:ext cx="3941064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27848" y="417880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TIPOGRAFÍA SECUNDARIA · CUERPOS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27848" y="4553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Roboto / Open Sans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927848" y="5065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Legible · Clara · Profesional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EXPERIENCIA DE MARCA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voz que invita a moverse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comunicación debe sentirse motivadora, enérgica y directa, sin dejar de ser cercana.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22376" y="1764792"/>
            <a:ext cx="502920" cy="50292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77393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MOTIVADOR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Reconoce el esfuerzo y anima a empezar.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2376" y="2734056"/>
            <a:ext cx="502920" cy="50292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7432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752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ENÉRGICO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verbos activos y mensajes cortos.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" y="3703320"/>
            <a:ext cx="502920" cy="50292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71246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CLARO Y DIRECTO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014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Prioriza la información útil y llamadas a la acción.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" y="4828032"/>
            <a:ext cx="5833872" cy="960120"/>
          </a:xfrm>
          <a:prstGeom prst="roundRect">
            <a:avLst>
              <a:gd name="adj" fmla="val 11429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001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MENSAJES CLAVE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52943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“¡Únete hoy!”  ·  “Supera tus límites”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9984" y="1709928"/>
            <a:ext cx="4855464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93852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 DE INTERFAZ WEB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13448" y="2377440"/>
            <a:ext cx="4270248" cy="1938528"/>
          </a:xfrm>
          <a:prstGeom prst="roundRect">
            <a:avLst>
              <a:gd name="adj" fmla="val 5660"/>
            </a:avLst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27157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SUPERA TUS LÍMITES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06056" y="3227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 mejor versión empieza aquí.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06056" y="3675888"/>
            <a:ext cx="1517904" cy="438912"/>
          </a:xfrm>
          <a:prstGeom prst="roundRect">
            <a:avLst>
              <a:gd name="adj" fmla="val 25000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37673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Únete hoy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13448" y="45262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87184" y="467258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Tarjeta de servicio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87184" y="49651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Esquinas redondeadas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272016" y="45262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5752" y="467258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Botón principal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5010912"/>
            <a:ext cx="1463040" cy="201168"/>
          </a:xfrm>
          <a:prstGeom prst="roundRect">
            <a:avLst>
              <a:gd name="adj" fmla="val 54545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· PLATAFORMA DIGITAL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web: centro de la experiencia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Diseño responsive, navegación fluida e imágenes reales del gimnasio, sus máquinas y sus usuarios.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783080"/>
            <a:ext cx="34564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438912" cy="43891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44168" y="19659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Diseño responsive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2313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interfaz debe adaptarse a móvil, tablet y escritorio.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4564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984248"/>
            <a:ext cx="438912" cy="43891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9933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e inicio de sesión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313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claro para crear cuenta e ingresar (Sign up / Sign in).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85216" y="3200400"/>
            <a:ext cx="34564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01568"/>
            <a:ext cx="438912" cy="43891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107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33832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Contenido visual real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4168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Mostrar instalaciones, máquinas en uso y clientes.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361688" y="3200400"/>
            <a:ext cx="345643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401568"/>
            <a:ext cx="438912" cy="43891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4107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3832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a servicios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Facilitar la consulta de planes, tienda y canales sociales.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129016" y="1783080"/>
            <a:ext cx="3456432" cy="2606040"/>
          </a:xfrm>
          <a:prstGeom prst="roundRect">
            <a:avLst>
              <a:gd name="adj" fmla="val 4211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pic>
        <p:nvPicPr>
          <p:cNvPr id="26" name="Image 0" descr="/mnt/data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75688"/>
            <a:ext cx="3054096" cy="177393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348472" y="40416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EXPERIENCIA COHERENTE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129016" y="4645152"/>
            <a:ext cx="3456432" cy="1051560"/>
          </a:xfrm>
          <a:prstGeom prst="roundRect">
            <a:avLst>
              <a:gd name="adj" fmla="val 10435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Pensada para cada pantalla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394192" y="5230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Misma identidad, mejor acceso.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· OFERTA DIGITAL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126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Planes, tienda y pago sencillo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plataforma debe conectar la elección del plan con una compra fácil y confiable.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PLANES DE MEMBRESÍA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572768" cy="1243584"/>
          </a:xfrm>
          <a:prstGeom prst="roundRect">
            <a:avLst>
              <a:gd name="adj" fmla="val 8824"/>
            </a:avLst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221992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BÁSICO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26151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días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9152" y="1993392"/>
            <a:ext cx="1572768" cy="1243584"/>
          </a:xfrm>
          <a:prstGeom prst="roundRect">
            <a:avLst>
              <a:gd name="adj" fmla="val 8824"/>
            </a:avLst>
          </a:prstGeom>
          <a:solidFill>
            <a:srgbClr val="B7E6E0"/>
          </a:solidFill>
          <a:ln w="12700">
            <a:solidFill>
              <a:srgbClr val="B7E6E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221992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26151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meses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33088" y="1993392"/>
            <a:ext cx="1572768" cy="1243584"/>
          </a:xfrm>
          <a:prstGeom prst="roundRect">
            <a:avLst>
              <a:gd name="adj" fmla="val 8824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221992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PLATINO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26151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meses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07024" y="1993392"/>
            <a:ext cx="1572768" cy="1243584"/>
          </a:xfrm>
          <a:prstGeom prst="roundRect">
            <a:avLst>
              <a:gd name="adj" fmla="val 8824"/>
            </a:avLst>
          </a:prstGeom>
          <a:solidFill>
            <a:srgbClr val="0E4A51"/>
          </a:solidFill>
          <a:ln w="12700">
            <a:solidFill>
              <a:srgbClr val="0E4A5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2221992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98464" y="26151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año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3547872"/>
            <a:ext cx="68397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B9E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7856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TIENDA E-COMMERCE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178808"/>
            <a:ext cx="347472" cy="34747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87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35024" y="4178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BATIDOS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35024" y="441655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Proteínas y bebidas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50792" y="4178808"/>
            <a:ext cx="347472" cy="34747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4187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17136" y="4178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SUPLEMENTOS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17136" y="441655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Productos deportivos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837176"/>
            <a:ext cx="347472" cy="34747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463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35024" y="4837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ACCESORIOS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35024" y="5074920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Botellas y accesorios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50792" y="4837176"/>
            <a:ext cx="347472" cy="347472"/>
          </a:xfrm>
          <a:prstGeom prst="ellipse">
            <a:avLst/>
          </a:prstGeom>
          <a:solidFill>
            <a:srgbClr val="CFF0EA"/>
          </a:solidFill>
          <a:ln w="12700">
            <a:solidFill>
              <a:srgbClr val="CFF0E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0792" y="48463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A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17136" y="48371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ROPA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17136" y="5074920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72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Prendas deportivas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99248" y="1664208"/>
            <a:ext cx="3886200" cy="3986784"/>
          </a:xfrm>
          <a:prstGeom prst="roundRect">
            <a:avLst>
              <a:gd name="adj" fmla="val 2824"/>
            </a:avLst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10144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PASARELA DE PAGO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10144" y="24140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Wompi</a:t>
            </a:r>
            <a:endParaRPr lang="en-US" sz="2900" dirty="0"/>
          </a:p>
        </p:txBody>
      </p:sp>
      <p:sp>
        <p:nvSpPr>
          <p:cNvPr id="39" name="Text 37"/>
          <p:cNvSpPr/>
          <p:nvPr/>
        </p:nvSpPr>
        <p:spPr>
          <a:xfrm>
            <a:off x="8019288" y="29260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Pagos fáciles y seguros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10144" y="3374136"/>
            <a:ext cx="3246120" cy="0"/>
          </a:xfrm>
          <a:prstGeom prst="line">
            <a:avLst/>
          </a:prstGeom>
          <a:noFill/>
          <a:ln w="12700">
            <a:solidFill>
              <a:srgbClr val="356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10144" y="3639312"/>
            <a:ext cx="14173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376732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1A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Nequi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637776" y="3639312"/>
            <a:ext cx="1627632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10928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E5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Bancolombia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9288" y="45262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un botón de pago visible durante el proceso de compra.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10144" y="5157216"/>
            <a:ext cx="3063240" cy="292608"/>
          </a:xfrm>
          <a:prstGeom prst="roundRect">
            <a:avLst>
              <a:gd name="adj" fmla="val 37500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83296" y="517550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WOMPI · NEQUI · BANCOLOMBIA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E9B94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363B"/>
          </a:solidFill>
          <a:ln w="12700">
            <a:solidFill>
              <a:srgbClr val="0936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502920"/>
            <a:ext cx="5376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70" b="1" i="1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</a:t>
            </a:r>
            <a:endParaRPr lang="en-US" sz="3570" dirty="0"/>
          </a:p>
        </p:txBody>
      </p:sp>
      <p:sp>
        <p:nvSpPr>
          <p:cNvPr id="5" name="Text 3"/>
          <p:cNvSpPr/>
          <p:nvPr/>
        </p:nvSpPr>
        <p:spPr>
          <a:xfrm>
            <a:off x="1324051" y="531724"/>
            <a:ext cx="153619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1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</a:t>
            </a:r>
            <a:endParaRPr lang="en-US" sz="2310" dirty="0"/>
          </a:p>
        </p:txBody>
      </p:sp>
      <p:sp>
        <p:nvSpPr>
          <p:cNvPr id="6" name="Text 4"/>
          <p:cNvSpPr/>
          <p:nvPr/>
        </p:nvSpPr>
        <p:spPr>
          <a:xfrm>
            <a:off x="1333652" y="867766"/>
            <a:ext cx="178582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3" b="1" spc="140" kern="0" dirty="0">
                <a:solidFill>
                  <a:srgbClr val="3E9B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I T N E S S</a:t>
            </a:r>
            <a:endParaRPr lang="en-US" sz="1103" dirty="0"/>
          </a:p>
        </p:txBody>
      </p:sp>
      <p:sp>
        <p:nvSpPr>
          <p:cNvPr id="7" name="Text 5"/>
          <p:cNvSpPr/>
          <p:nvPr/>
        </p:nvSpPr>
        <p:spPr>
          <a:xfrm>
            <a:off x="786384" y="1572768"/>
            <a:ext cx="6537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MARCA QUE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VIVE EN COMUNIDAD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3816" y="29077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Redes sociales integradas y visibles para conectar a los usuarios con los canales oficiales del gimnasio.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" y="3767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CANALES SOCIALES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3816" y="4160520"/>
            <a:ext cx="566928" cy="56692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" y="48280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Instagram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9384" y="4160520"/>
            <a:ext cx="566928" cy="56692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9384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19656" y="48280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Facebook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44952" y="4160520"/>
            <a:ext cx="566928" cy="56692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35224" y="48280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TikTok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60520" y="4160520"/>
            <a:ext cx="566928" cy="56692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50792" y="48280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YouTube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76088" y="4160520"/>
            <a:ext cx="566928" cy="56692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41879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48280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3816" y="5367528"/>
            <a:ext cx="5650992" cy="0"/>
          </a:xfrm>
          <a:prstGeom prst="line">
            <a:avLst/>
          </a:prstGeom>
          <a:noFill/>
          <a:ln w="12700">
            <a:solidFill>
              <a:srgbClr val="356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5577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5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SALUD  ·  FUERZA  ·  BIENESTAR  ·  COMUNIDAD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22592" y="475488"/>
            <a:ext cx="4590288" cy="5916168"/>
          </a:xfrm>
          <a:prstGeom prst="roundRect">
            <a:avLst>
              <a:gd name="adj" fmla="val 2390"/>
            </a:avLst>
          </a:prstGeom>
          <a:solidFill>
            <a:srgbClr val="0D454A"/>
          </a:solidFill>
          <a:ln w="12700">
            <a:solidFill>
              <a:srgbClr val="2B7C7B"/>
            </a:solidFill>
            <a:prstDash val="solid"/>
          </a:ln>
        </p:spPr>
      </p:sp>
      <p:pic>
        <p:nvPicPr>
          <p:cNvPr id="28" name="Image 0" descr="/mnt/data/promo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88" y="749808"/>
            <a:ext cx="1901952" cy="36576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232904" y="758952"/>
            <a:ext cx="2048256" cy="3621024"/>
          </a:xfrm>
          <a:prstGeom prst="rect">
            <a:avLst/>
          </a:prstGeom>
          <a:solidFill>
            <a:srgbClr val="0D454A"/>
          </a:solidFill>
          <a:ln w="12700">
            <a:solidFill>
              <a:srgbClr val="0D454A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33488" y="126187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DISCIPLINA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HOY,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333488" y="213055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MAÑANA.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342632" y="3246120"/>
            <a:ext cx="896112" cy="64008"/>
          </a:xfrm>
          <a:prstGeom prst="roundRect">
            <a:avLst/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42632" y="453542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F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Más que entrenar: construir hábitos para una vida más saludable.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342632" y="5285232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3E9B94"/>
          </a:solidFill>
          <a:ln w="12700">
            <a:solidFill>
              <a:srgbClr val="3E9B94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15784" y="530352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ÚNETE A LA ZONA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42632" y="5925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8C9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DE MARCA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Zona Fitness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Marca | Zona Fitness</dc:title>
  <dc:subject>Manual de Marca - Zona Fitness</dc:subject>
  <dc:creator>OpenAI</dc:creator>
  <cp:lastModifiedBy>OpenAI</cp:lastModifiedBy>
  <cp:revision>1</cp:revision>
  <dcterms:created xsi:type="dcterms:W3CDTF">2026-10-24T23:34:39Z</dcterms:created>
  <dcterms:modified xsi:type="dcterms:W3CDTF">2026-10-24T23:34:39Z</dcterms:modified>
</cp:coreProperties>
</file>